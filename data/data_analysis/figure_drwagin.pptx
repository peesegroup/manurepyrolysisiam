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8" r:id="rId4"/>
    <p:sldId id="260" r:id="rId5"/>
    <p:sldId id="263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1F00"/>
    <a:srgbClr val="D0A172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2" y="-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B02A5-4915-48F8-BC55-40FB852A0A5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6217F-7367-4C0C-A108-F43AA50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9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6217F-7367-4C0C-A108-F43AA506C13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9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9ECD-0D1C-E345-A95D-A7B0BFB1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670BF-461E-C212-C91C-E9D940F76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E0A9-9CE7-DB0A-EE4A-0D55A0AD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8C3F-11E7-B420-B7B7-929ED87D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339D-A0EF-FFAA-6A3D-6026932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7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56E1-EB13-7BBD-C768-B62D9DB2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0962-750B-FDBC-AA61-43405237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636E-38E5-C701-228A-9BA1B4E6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C500-8EBA-C28A-C0F5-35CDF62E7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812D-7275-6DAD-45F1-F125CE3C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3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60AA-51D8-99BF-0F5B-1A1F8C63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03362-366E-08D2-2405-BB6DC320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DA34C-C938-ADDC-C279-9FEC4D973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6974-8262-8638-328F-0E7AAE6C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BD128-37B5-F6A2-4714-CF0553BE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6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E2D7-559D-3DC1-5CDD-075F7499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B490-5194-7256-5855-4AFDA008A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094C2-22EC-D9BD-1996-A8467FF75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26E91-EE31-D8C1-9139-4147C590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EDBE1-8CA3-C12E-3DBB-B8366557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CA90-79D2-A6C3-1FF3-0AA00E03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4FBC-8396-AFC9-ECDE-8832609E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1CEBA-9DCF-8224-AD9A-4700E62A8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6BD09-1EAA-7891-1B4D-F77BB5C46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6BA54-579C-D6E1-6A61-89B68ACFF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9F376-5BE1-6F19-DF56-6953B4F54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8C5FF0-705D-FBA6-BA14-A8D97AEB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E562A-8898-AEAE-60F6-A9520361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5F0B5-BA26-FE6D-DDF9-DDF1F587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CB17-2C74-00C4-FE72-B7F3CF9B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B558D-3AF5-D1D6-C240-87307CB8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3A875-C19D-E484-E14A-5E543EDB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B0EF5-8F6F-1172-730E-112A11B7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1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F464D-0E4B-C132-DA14-85E40921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00BF4-393C-713D-4296-3146588B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BB9AC-0B84-97CA-EF46-6EBD16EB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5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5983-5EE1-7C17-A588-D7CB4236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45C9-2657-41EC-595F-05AEEAD47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CB031-734B-F0EE-EDF7-05E697F86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7C1EF-8FDB-697F-FB44-E1A35C0B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387F2-32CA-42EA-2769-3BA4A634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5968F-3CFF-B6C0-3A1A-1B066760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F7E7-C1EC-0F9C-4D91-34C2B689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DAD8E-4B80-A93F-0AA7-17C2C6EAE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D2279-DEEA-703D-7B69-7FEFAA9B2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AE25C-8489-90AD-8B01-0EF0CE64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3096A-9809-B076-FDE9-829D5495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3C10-6120-0C72-918A-CD42CCB2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7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4CFA-A5BF-7374-87E2-5C6517D6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11BED-0248-7192-85EC-94B29B69D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32C7-30EB-4F4A-8A58-3DD201DD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1A577-0059-9693-1866-7C26CA4D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8AE5-18FC-D823-FF42-102CF1F0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8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0AF85-F1FD-A80A-0E7E-F36109B14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5F644-D783-4471-2778-C3BBBEFC9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8BED7-E2B0-61AC-1C0B-CF1960C5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18966-4DCC-C9BB-8E4D-2D89E78C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3FD3A-5A2A-6E04-C39E-11ED9D57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9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197F4-9482-C725-4777-534119ED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B09E1-17EB-D3B0-8BFF-2669DFC86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F3C0-F8B5-FE3B-D887-6E41AE5BF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D37D9-0849-49B3-A8E3-6BD1F1C0612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AB6D-F074-D755-D4BB-33B24767F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39836-A641-23FC-FA1D-C2194CCE6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F7EC8-5FCF-4AB3-80E8-D57B38AB4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0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1">
            <a:extLst>
              <a:ext uri="{FF2B5EF4-FFF2-40B4-BE49-F238E27FC236}">
                <a16:creationId xmlns:a16="http://schemas.microsoft.com/office/drawing/2014/main" id="{63DA123A-C140-278C-122D-0FD50DBC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60" y="0"/>
            <a:ext cx="10201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2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8FB6B8-6517-DBE7-64D2-97486CA7D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37" y="616356"/>
            <a:ext cx="7960414" cy="5555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49D0E8-A235-F0FB-33A4-221193556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53" t="5407" b="77174"/>
          <a:stretch/>
        </p:blipFill>
        <p:spPr>
          <a:xfrm>
            <a:off x="1917580" y="5068693"/>
            <a:ext cx="2519464" cy="80751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6B1EE3-DA66-6890-2ED4-F790B0082F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53" t="22334" b="61498"/>
          <a:stretch/>
        </p:blipFill>
        <p:spPr>
          <a:xfrm>
            <a:off x="6004085" y="686535"/>
            <a:ext cx="2519464" cy="74953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56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21B5DB-5360-C2CC-7C2C-52AB9D83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6" t="2611" r="196"/>
          <a:stretch>
            <a:fillRect/>
          </a:stretch>
        </p:blipFill>
        <p:spPr>
          <a:xfrm>
            <a:off x="2158409" y="-3083443"/>
            <a:ext cx="8442252" cy="6678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E67190-999E-213A-6E75-B4CBB33CB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789" y="3197538"/>
            <a:ext cx="4659936" cy="33561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3AE484-4FEE-05B6-55F4-36E349CFCF77}"/>
              </a:ext>
            </a:extLst>
          </p:cNvPr>
          <p:cNvSpPr txBox="1"/>
          <p:nvPr/>
        </p:nvSpPr>
        <p:spPr>
          <a:xfrm>
            <a:off x="2280877" y="-3002864"/>
            <a:ext cx="39885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8F5C0-CB22-C4AF-A074-F3435CEF2C22}"/>
              </a:ext>
            </a:extLst>
          </p:cNvPr>
          <p:cNvSpPr txBox="1"/>
          <p:nvPr/>
        </p:nvSpPr>
        <p:spPr>
          <a:xfrm>
            <a:off x="2312925" y="3183982"/>
            <a:ext cx="2874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3" name="Picture 12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987E2013-E42D-95DB-AA55-B87C2879BC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2" t="13556" r="2863" b="79222"/>
          <a:stretch/>
        </p:blipFill>
        <p:spPr>
          <a:xfrm>
            <a:off x="4441680" y="3460981"/>
            <a:ext cx="1179194" cy="374848"/>
          </a:xfrm>
          <a:prstGeom prst="rect">
            <a:avLst/>
          </a:prstGeom>
        </p:spPr>
      </p:pic>
      <p:pic>
        <p:nvPicPr>
          <p:cNvPr id="14" name="Picture 13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2B5B00CA-F5CD-911E-6FBE-5340EE73DE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2" t="21334" r="2863" b="71444"/>
          <a:stretch/>
        </p:blipFill>
        <p:spPr>
          <a:xfrm>
            <a:off x="5622965" y="3479002"/>
            <a:ext cx="1179194" cy="374848"/>
          </a:xfrm>
          <a:prstGeom prst="rect">
            <a:avLst/>
          </a:prstGeom>
        </p:spPr>
      </p:pic>
      <p:pic>
        <p:nvPicPr>
          <p:cNvPr id="9" name="Picture 8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03E8A510-9B2A-E83D-4628-3205F9F4C6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2" t="36778" r="11309" b="58018"/>
          <a:stretch/>
        </p:blipFill>
        <p:spPr>
          <a:xfrm>
            <a:off x="5620874" y="4650248"/>
            <a:ext cx="818653" cy="277870"/>
          </a:xfrm>
          <a:prstGeom prst="rect">
            <a:avLst/>
          </a:prstGeom>
        </p:spPr>
      </p:pic>
      <p:pic>
        <p:nvPicPr>
          <p:cNvPr id="15" name="Picture 14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347AFC65-813F-5628-3631-4BC338B85C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2" t="28890" r="2863" b="63554"/>
          <a:stretch/>
        </p:blipFill>
        <p:spPr>
          <a:xfrm>
            <a:off x="4407563" y="4533818"/>
            <a:ext cx="1213311" cy="4034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0E5350-DEAB-70BD-E41A-B600A6D4B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419" y="3595486"/>
            <a:ext cx="3322287" cy="2951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D98BA0-CE82-BCE9-9AFB-2A94D486DEA1}"/>
              </a:ext>
            </a:extLst>
          </p:cNvPr>
          <p:cNvSpPr txBox="1"/>
          <p:nvPr/>
        </p:nvSpPr>
        <p:spPr>
          <a:xfrm>
            <a:off x="7622244" y="3595486"/>
            <a:ext cx="2879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0703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47B5D-B618-E5F1-F371-9E6CE24C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3DD54D0-1F68-5405-BBF9-B47C73429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6" y="2730382"/>
            <a:ext cx="4103349" cy="3861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FE349-1DFE-CB09-A282-D26E3A40A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918" y="-407690"/>
            <a:ext cx="4366898" cy="30877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FDA3AF-7A8C-AA3C-890E-B11F9037F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97" y="-407690"/>
            <a:ext cx="4061520" cy="3123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3E4023-923F-07E4-C166-878278676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96" y="-1152294"/>
            <a:ext cx="8428419" cy="7446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E928EC-60D1-FEE4-3862-F182D8406A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829" t="6058" b="24581"/>
          <a:stretch/>
        </p:blipFill>
        <p:spPr>
          <a:xfrm>
            <a:off x="836452" y="2763937"/>
            <a:ext cx="1492021" cy="244843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25F1420-CFAC-B6DA-253B-9E1A68A81557}"/>
              </a:ext>
            </a:extLst>
          </p:cNvPr>
          <p:cNvSpPr txBox="1"/>
          <p:nvPr/>
        </p:nvSpPr>
        <p:spPr>
          <a:xfrm>
            <a:off x="495609" y="-458056"/>
            <a:ext cx="3073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07DEBF-99C3-4D9C-0EC5-22623C5FBD8A}"/>
              </a:ext>
            </a:extLst>
          </p:cNvPr>
          <p:cNvSpPr txBox="1"/>
          <p:nvPr/>
        </p:nvSpPr>
        <p:spPr>
          <a:xfrm>
            <a:off x="884491" y="-1211431"/>
            <a:ext cx="3073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D63BF-EB27-8F4F-25D7-3C2D201D555D}"/>
              </a:ext>
            </a:extLst>
          </p:cNvPr>
          <p:cNvSpPr txBox="1"/>
          <p:nvPr/>
        </p:nvSpPr>
        <p:spPr>
          <a:xfrm>
            <a:off x="4520712" y="-432873"/>
            <a:ext cx="3073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5A8734-55F6-8506-2814-885708131349}"/>
              </a:ext>
            </a:extLst>
          </p:cNvPr>
          <p:cNvSpPr txBox="1"/>
          <p:nvPr/>
        </p:nvSpPr>
        <p:spPr>
          <a:xfrm>
            <a:off x="577099" y="2680016"/>
            <a:ext cx="3073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49E2D6A-CEB3-7363-7C80-1858413CEAEC}"/>
              </a:ext>
            </a:extLst>
          </p:cNvPr>
          <p:cNvGrpSpPr/>
          <p:nvPr/>
        </p:nvGrpSpPr>
        <p:grpSpPr>
          <a:xfrm>
            <a:off x="4321152" y="2730381"/>
            <a:ext cx="4239217" cy="3858163"/>
            <a:chOff x="4306598" y="2999837"/>
            <a:chExt cx="4239217" cy="385816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7EF12F-4520-5FCB-59E4-C34F3548D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06598" y="2999837"/>
              <a:ext cx="4239217" cy="3858163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AD2AE02-B8CF-AA9A-F9E3-0FC0ECF11777}"/>
                </a:ext>
              </a:extLst>
            </p:cNvPr>
            <p:cNvSpPr/>
            <p:nvPr/>
          </p:nvSpPr>
          <p:spPr>
            <a:xfrm>
              <a:off x="5044253" y="3118614"/>
              <a:ext cx="613597" cy="3010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D20435-2BF9-4315-50C8-DA8D3AFBF7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850" y="4838687"/>
              <a:ext cx="2787558" cy="129065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779556-5241-36A5-B642-8DC18E849041}"/>
                </a:ext>
              </a:extLst>
            </p:cNvPr>
            <p:cNvCxnSpPr>
              <a:cxnSpLocks/>
            </p:cNvCxnSpPr>
            <p:nvPr/>
          </p:nvCxnSpPr>
          <p:spPr>
            <a:xfrm>
              <a:off x="5654872" y="3118613"/>
              <a:ext cx="828112" cy="947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784403-519E-AD36-D86C-AF41BA00E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72595" t="3651" r="3068" b="53800"/>
            <a:stretch/>
          </p:blipFill>
          <p:spPr>
            <a:xfrm>
              <a:off x="6595845" y="4889128"/>
              <a:ext cx="863906" cy="955214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53220C-F6DF-30B2-13F5-899226C6C44D}"/>
                </a:ext>
              </a:extLst>
            </p:cNvPr>
            <p:cNvSpPr txBox="1"/>
            <p:nvPr/>
          </p:nvSpPr>
          <p:spPr>
            <a:xfrm>
              <a:off x="4790150" y="3057264"/>
              <a:ext cx="3073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 dirty="0"/>
                <a:t>E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7E893B5-5546-01FE-B011-75533D994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72211" t="46389" r="1468" b="5902"/>
            <a:stretch/>
          </p:blipFill>
          <p:spPr>
            <a:xfrm>
              <a:off x="7463422" y="4889128"/>
              <a:ext cx="934324" cy="1071055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C86E656-12CB-6358-9CD2-016BC4531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63915" y="3128083"/>
              <a:ext cx="2281493" cy="1688969"/>
            </a:xfrm>
            <a:prstGeom prst="rect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4D462E-449A-FB4E-4197-60D6DA3F7C09}"/>
                </a:ext>
              </a:extLst>
            </p:cNvPr>
            <p:cNvSpPr txBox="1"/>
            <p:nvPr/>
          </p:nvSpPr>
          <p:spPr>
            <a:xfrm>
              <a:off x="6202579" y="3081027"/>
              <a:ext cx="3073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50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76ECCE3-2BC5-3237-90F5-1AD54A76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70" b="58784"/>
          <a:stretch>
            <a:fillRect/>
          </a:stretch>
        </p:blipFill>
        <p:spPr>
          <a:xfrm>
            <a:off x="0" y="9419"/>
            <a:ext cx="6270277" cy="133313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C00AE68-35F9-4D0E-3AA8-E8C515214AA2}"/>
              </a:ext>
            </a:extLst>
          </p:cNvPr>
          <p:cNvGrpSpPr/>
          <p:nvPr/>
        </p:nvGrpSpPr>
        <p:grpSpPr>
          <a:xfrm>
            <a:off x="0" y="2861145"/>
            <a:ext cx="6270277" cy="1003949"/>
            <a:chOff x="0" y="2861145"/>
            <a:chExt cx="7787509" cy="124687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86179F1-7F14-DFE9-86A0-DA849C940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43" t="44727" r="58713" b="17941"/>
            <a:stretch>
              <a:fillRect/>
            </a:stretch>
          </p:blipFill>
          <p:spPr>
            <a:xfrm>
              <a:off x="0" y="2861145"/>
              <a:ext cx="1946877" cy="123697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10A03EF-A443-C78D-6F88-E8EFD3D13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857" t="44607" r="2699" b="18061"/>
            <a:stretch>
              <a:fillRect/>
            </a:stretch>
          </p:blipFill>
          <p:spPr>
            <a:xfrm>
              <a:off x="5840632" y="2871046"/>
              <a:ext cx="1946877" cy="123697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DF96A72-6FEA-2659-8099-08DEC039B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362" b="56667"/>
            <a:stretch>
              <a:fillRect/>
            </a:stretch>
          </p:blipFill>
          <p:spPr>
            <a:xfrm>
              <a:off x="3893754" y="2873602"/>
              <a:ext cx="1946878" cy="120950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084C901-5B99-5708-B332-7DAB1B8C9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4362" b="56667"/>
            <a:stretch>
              <a:fillRect/>
            </a:stretch>
          </p:blipFill>
          <p:spPr>
            <a:xfrm>
              <a:off x="1946877" y="2873602"/>
              <a:ext cx="1946878" cy="120950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5BFD79F-483A-988B-5C6A-09B7A6A02913}"/>
              </a:ext>
            </a:extLst>
          </p:cNvPr>
          <p:cNvSpPr txBox="1"/>
          <p:nvPr/>
        </p:nvSpPr>
        <p:spPr>
          <a:xfrm>
            <a:off x="29486" y="0"/>
            <a:ext cx="3073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3FF62-AC73-1C7C-39FB-C38EEBE2F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633" y="1558688"/>
            <a:ext cx="1929841" cy="4972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767FAF-809F-F478-E607-1B884C24540A}"/>
              </a:ext>
            </a:extLst>
          </p:cNvPr>
          <p:cNvCxnSpPr>
            <a:cxnSpLocks/>
          </p:cNvCxnSpPr>
          <p:nvPr/>
        </p:nvCxnSpPr>
        <p:spPr>
          <a:xfrm>
            <a:off x="0" y="2823521"/>
            <a:ext cx="6305902" cy="2491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99C5CB-2185-DFFA-A76C-31DA1F7DA8D4}"/>
              </a:ext>
            </a:extLst>
          </p:cNvPr>
          <p:cNvSpPr txBox="1"/>
          <p:nvPr/>
        </p:nvSpPr>
        <p:spPr>
          <a:xfrm>
            <a:off x="17501" y="2804684"/>
            <a:ext cx="282383" cy="2544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B8961-2B3A-6E9B-4986-83727545E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812" y="4374328"/>
            <a:ext cx="4364276" cy="1611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BF7167-31A0-5034-DF9B-A29E65D9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19" t="84445" r="19853" b="1090"/>
          <a:stretch>
            <a:fillRect/>
          </a:stretch>
        </p:blipFill>
        <p:spPr>
          <a:xfrm>
            <a:off x="1586025" y="3875124"/>
            <a:ext cx="3133851" cy="4691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FE8C8B-990E-CA9E-62AA-323DDA34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84" r="40894"/>
          <a:stretch>
            <a:fillRect/>
          </a:stretch>
        </p:blipFill>
        <p:spPr>
          <a:xfrm>
            <a:off x="30675" y="1372644"/>
            <a:ext cx="3920540" cy="13331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7B4D9C-4514-8DFF-B229-D44355B4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204" t="79056" r="5619" b="2110"/>
          <a:stretch>
            <a:fillRect/>
          </a:stretch>
        </p:blipFill>
        <p:spPr>
          <a:xfrm>
            <a:off x="4194294" y="2073949"/>
            <a:ext cx="2075983" cy="63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2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915CF6-82C6-349B-D8D1-FE828AEA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4" y="5739015"/>
            <a:ext cx="4342621" cy="3080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27EFD3-B470-5D67-C9C2-64E85E91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42620" cy="3125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A5DA6E-A1C1-E38D-E5A5-4710D1AAB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5" y="3142005"/>
            <a:ext cx="4306095" cy="25517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62C4E3-DA9B-9685-00FC-B27A4AB6BB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016" t="7940" r="987" b="83312"/>
          <a:stretch/>
        </p:blipFill>
        <p:spPr>
          <a:xfrm>
            <a:off x="470493" y="5795194"/>
            <a:ext cx="1042236" cy="3715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F167A-392E-D63F-2539-5D9BD11991B8}"/>
              </a:ext>
            </a:extLst>
          </p:cNvPr>
          <p:cNvSpPr txBox="1"/>
          <p:nvPr/>
        </p:nvSpPr>
        <p:spPr>
          <a:xfrm>
            <a:off x="36525" y="1149"/>
            <a:ext cx="39885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B1EA5-0910-0107-EDE8-3906E3F11486}"/>
              </a:ext>
            </a:extLst>
          </p:cNvPr>
          <p:cNvSpPr txBox="1"/>
          <p:nvPr/>
        </p:nvSpPr>
        <p:spPr>
          <a:xfrm>
            <a:off x="36524" y="5693765"/>
            <a:ext cx="2525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E28B8-F3DF-3D9D-4DF9-B4DD7F427FDB}"/>
              </a:ext>
            </a:extLst>
          </p:cNvPr>
          <p:cNvSpPr txBox="1"/>
          <p:nvPr/>
        </p:nvSpPr>
        <p:spPr>
          <a:xfrm>
            <a:off x="387985" y="3090932"/>
            <a:ext cx="32584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D01A7D-D4A7-8982-8F3B-7D61EA3FA2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651" t="2757" r="1364" b="52245"/>
          <a:stretch/>
        </p:blipFill>
        <p:spPr>
          <a:xfrm>
            <a:off x="621553" y="3196479"/>
            <a:ext cx="1139682" cy="14217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5983F4-82A8-BF1C-EFC9-6CF9C306EC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651" t="48389" r="1364" b="1779"/>
          <a:stretch/>
        </p:blipFill>
        <p:spPr>
          <a:xfrm>
            <a:off x="3116495" y="3196479"/>
            <a:ext cx="1139682" cy="157448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26309F-B9F3-9F40-56C3-137DF3912F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044" t="7480" r="1584" b="75258"/>
          <a:stretch>
            <a:fillRect/>
          </a:stretch>
        </p:blipFill>
        <p:spPr>
          <a:xfrm>
            <a:off x="445779" y="1182192"/>
            <a:ext cx="1151301" cy="61092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D6DED0-CD96-6586-223A-20CC6143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15" t="24844" r="1913" b="57301"/>
          <a:stretch>
            <a:fillRect/>
          </a:stretch>
        </p:blipFill>
        <p:spPr>
          <a:xfrm>
            <a:off x="3116495" y="1161179"/>
            <a:ext cx="1151301" cy="63193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883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B0A17B-584C-A576-4F70-2ACD5EDBA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0403"/>
            <a:ext cx="12192000" cy="19898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04DC16-EB2B-0BF4-C2D8-D5BCE4B7B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921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AA519C-4BE4-706C-4616-30726869758E}"/>
              </a:ext>
            </a:extLst>
          </p:cNvPr>
          <p:cNvSpPr txBox="1"/>
          <p:nvPr/>
        </p:nvSpPr>
        <p:spPr>
          <a:xfrm>
            <a:off x="2593342" y="0"/>
            <a:ext cx="39885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891B83-3097-4792-145D-B9A284B041F2}"/>
              </a:ext>
            </a:extLst>
          </p:cNvPr>
          <p:cNvSpPr txBox="1"/>
          <p:nvPr/>
        </p:nvSpPr>
        <p:spPr>
          <a:xfrm>
            <a:off x="2362684" y="2005689"/>
            <a:ext cx="39885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43704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17</Words>
  <Application>Microsoft Office PowerPoint</Application>
  <PresentationFormat>Widescreen</PresentationFormat>
  <Paragraphs>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Preuss</dc:creator>
  <cp:lastModifiedBy>Nathan Preuss</cp:lastModifiedBy>
  <cp:revision>33</cp:revision>
  <dcterms:created xsi:type="dcterms:W3CDTF">2024-11-06T15:20:20Z</dcterms:created>
  <dcterms:modified xsi:type="dcterms:W3CDTF">2025-11-25T13:27:37Z</dcterms:modified>
</cp:coreProperties>
</file>